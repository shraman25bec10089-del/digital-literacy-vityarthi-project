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fntdata" ContentType="application/x-fontdata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 Italics" panose="00000800000000000000" charset="1"/>
      <p:regular r:id="rId10"/>
    </p:embeddedFont>
    <p:embeddedFont>
      <p:font typeface="Montserrat Italics" panose="00000500000000000000" charset="1"/>
      <p:regular r:id="rId11"/>
    </p:embeddedFont>
    <p:embeddedFont>
      <p:font typeface="Montserrat Semi-Bold" panose="00000700000000000000" charset="1"/>
      <p:regular r:id="rId12"/>
    </p:embeddedFont>
    <p:embeddedFont>
      <p:font typeface="Poppins Semi-Bold" panose="00000700000000000000" charset="1"/>
      <p:regular r:id="rId13"/>
    </p:embeddedFont>
    <p:embeddedFont>
      <p:font typeface="Montserrat Ultra-Bold" panose="00000900000000000000" charset="1"/>
      <p:regular r:id="rId14"/>
    </p:embeddedFont>
    <p:embeddedFont>
      <p:font typeface="Montserrat Medium" panose="00000600000000000000" charset="1"/>
      <p:regular r:id="rId15"/>
    </p:embeddedFont>
    <p:embeddedFont>
      <p:font typeface="Poppins Medium" panose="00000600000000000000" charset="1"/>
      <p:regular r:id="rId16"/>
    </p:embeddedFont>
    <p:embeddedFont>
      <p:font typeface="Montserrat Bold" panose="00000800000000000000" charset="1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font" Target="/ppt/fonts/font10.fntdata" Id="rId10" /><Relationship Type="http://schemas.openxmlformats.org/officeDocument/2006/relationships/font" Target="/ppt/fonts/font11.fntdata" Id="rId11" /><Relationship Type="http://schemas.openxmlformats.org/officeDocument/2006/relationships/font" Target="/ppt/fonts/font12.fntdata" Id="rId12" /><Relationship Type="http://schemas.openxmlformats.org/officeDocument/2006/relationships/font" Target="/ppt/fonts/font13.fntdata" Id="rId13" /><Relationship Type="http://schemas.openxmlformats.org/officeDocument/2006/relationships/font" Target="/ppt/fonts/font14.fntdata" Id="rId14" /><Relationship Type="http://schemas.openxmlformats.org/officeDocument/2006/relationships/font" Target="/ppt/fonts/font15.fntdata" Id="rId15" /><Relationship Type="http://schemas.openxmlformats.org/officeDocument/2006/relationships/font" Target="/ppt/fonts/font16.fntdata" Id="rId16" /><Relationship Type="http://schemas.openxmlformats.org/officeDocument/2006/relationships/font" Target="/ppt/fonts/font17.fntdata" Id="rId17" /><Relationship Type="http://schemas.openxmlformats.org/officeDocument/2006/relationships/presProps" Target="/ppt/presProps.xml" Id="rId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png" Id="rId3" /><Relationship Type="http://schemas.openxmlformats.org/officeDocument/2006/relationships/image" Target="/ppt/media/image3.jpe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5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6.jpe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7.jpeg" Id="rId3" /><Relationship Type="http://schemas.openxmlformats.org/officeDocument/2006/relationships/image" Target="/ppt/media/image8.png" Id="rId4" /><Relationship Type="http://schemas.openxmlformats.org/officeDocument/2006/relationships/image" Target="/ppt/media/image9.svg" Id="rId5" /><Relationship Type="http://schemas.openxmlformats.org/officeDocument/2006/relationships/image" Target="/ppt/media/image10.png" Id="rId6" /><Relationship Type="http://schemas.openxmlformats.org/officeDocument/2006/relationships/image" Target="/ppt/media/image11.svg" Id="rId7" /><Relationship Type="http://schemas.openxmlformats.org/officeDocument/2006/relationships/image" Target="/ppt/media/image12.png" Id="rId8" /><Relationship Type="http://schemas.openxmlformats.org/officeDocument/2006/relationships/image" Target="/ppt/media/image13.svg" Id="rId9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85449" y="-1275370"/>
            <a:ext cx="8792923" cy="4237186"/>
            <a:chOff x="0" y="0"/>
            <a:chExt cx="406400" cy="195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195838"/>
            </a:xfrm>
            <a:custGeom>
              <a:avLst/>
              <a:gdLst/>
              <a:ahLst/>
              <a:cxnLst/>
              <a:rect r="r" b="b" t="t" l="l"/>
              <a:pathLst>
                <a:path h="195838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95838"/>
                  </a:lnTo>
                  <a:lnTo>
                    <a:pt x="0" y="1958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50000">
                  <a:srgbClr val="2376D4">
                    <a:alpha val="10000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03200" cy="23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268796" y="-701502"/>
            <a:ext cx="11104088" cy="9480115"/>
          </a:xfrm>
          <a:custGeom>
            <a:avLst/>
            <a:gdLst/>
            <a:ahLst/>
            <a:cxnLst/>
            <a:rect r="r" b="b" t="t" l="l"/>
            <a:pathLst>
              <a:path h="9480115" w="11104088">
                <a:moveTo>
                  <a:pt x="0" y="0"/>
                </a:moveTo>
                <a:lnTo>
                  <a:pt x="11104088" y="0"/>
                </a:lnTo>
                <a:lnTo>
                  <a:pt x="11104088" y="9480115"/>
                </a:lnTo>
                <a:lnTo>
                  <a:pt x="0" y="9480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7209087"/>
            <a:ext cx="8772604" cy="4397760"/>
            <a:chOff x="0" y="0"/>
            <a:chExt cx="417592" cy="2093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592" cy="209341"/>
            </a:xfrm>
            <a:custGeom>
              <a:avLst/>
              <a:gdLst/>
              <a:ahLst/>
              <a:cxnLst/>
              <a:rect r="r" b="b" t="t" l="l"/>
              <a:pathLst>
                <a:path h="209341" w="417592">
                  <a:moveTo>
                    <a:pt x="214392" y="0"/>
                  </a:moveTo>
                  <a:lnTo>
                    <a:pt x="0" y="0"/>
                  </a:lnTo>
                  <a:lnTo>
                    <a:pt x="203200" y="209341"/>
                  </a:lnTo>
                  <a:lnTo>
                    <a:pt x="417592" y="209341"/>
                  </a:lnTo>
                  <a:lnTo>
                    <a:pt x="21439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14392" cy="247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920602" y="2188646"/>
            <a:ext cx="6480684" cy="648068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" y="2540"/>
              <a:ext cx="6344920" cy="6344920"/>
            </a:xfrm>
            <a:custGeom>
              <a:avLst/>
              <a:gdLst/>
              <a:ahLst/>
              <a:cxnLst/>
              <a:rect r="r" b="b" t="t" l="l"/>
              <a:pathLst>
                <a:path h="6344920" w="6344920">
                  <a:moveTo>
                    <a:pt x="6344920" y="3172460"/>
                  </a:moveTo>
                  <a:cubicBezTo>
                    <a:pt x="6344920" y="4925060"/>
                    <a:pt x="4923790" y="6344920"/>
                    <a:pt x="3172460" y="6344920"/>
                  </a:cubicBezTo>
                  <a:cubicBezTo>
                    <a:pt x="1421130" y="6344920"/>
                    <a:pt x="0" y="4925060"/>
                    <a:pt x="0" y="3172460"/>
                  </a:cubicBezTo>
                  <a:cubicBezTo>
                    <a:pt x="0" y="1419860"/>
                    <a:pt x="1419860" y="0"/>
                    <a:pt x="3172460" y="0"/>
                  </a:cubicBezTo>
                  <a:cubicBezTo>
                    <a:pt x="4925060" y="0"/>
                    <a:pt x="6344920" y="1419860"/>
                    <a:pt x="6344920" y="3172460"/>
                  </a:cubicBezTo>
                  <a:close/>
                  <a:moveTo>
                    <a:pt x="3172460" y="1051560"/>
                  </a:moveTo>
                  <a:cubicBezTo>
                    <a:pt x="2001520" y="1051560"/>
                    <a:pt x="1051560" y="2001520"/>
                    <a:pt x="1051560" y="3172460"/>
                  </a:cubicBezTo>
                  <a:cubicBezTo>
                    <a:pt x="1051560" y="4343400"/>
                    <a:pt x="2001520" y="5293360"/>
                    <a:pt x="3172460" y="5293360"/>
                  </a:cubicBezTo>
                  <a:cubicBezTo>
                    <a:pt x="4343400" y="5293360"/>
                    <a:pt x="5293360" y="4343400"/>
                    <a:pt x="5293360" y="3172460"/>
                  </a:cubicBezTo>
                  <a:cubicBezTo>
                    <a:pt x="5293360" y="2001520"/>
                    <a:pt x="4343400" y="1051560"/>
                    <a:pt x="3172460" y="1051560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4020" y="2123440"/>
              <a:ext cx="2981960" cy="2583180"/>
            </a:xfrm>
            <a:custGeom>
              <a:avLst/>
              <a:gdLst/>
              <a:ahLst/>
              <a:cxnLst/>
              <a:rect r="r" b="b" t="t" l="l"/>
              <a:pathLst>
                <a:path h="2583180" w="2981960">
                  <a:moveTo>
                    <a:pt x="2981960" y="0"/>
                  </a:moveTo>
                  <a:lnTo>
                    <a:pt x="1490980" y="2583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010" t="0" r="-1501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624" y="3628905"/>
            <a:ext cx="11002202" cy="262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6"/>
              </a:lnSpc>
            </a:pPr>
            <a:r>
              <a:rPr lang="en-US" b="true" sz="5804" i="true" u="sng">
                <a:solidFill>
                  <a:srgbClr val="3E67C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DIGITAL LITERACY: </a:t>
            </a:r>
          </a:p>
          <a:p>
            <a:pPr algn="l">
              <a:lnSpc>
                <a:spcPts val="5166"/>
              </a:lnSpc>
            </a:pPr>
          </a:p>
          <a:p>
            <a:pPr algn="l">
              <a:lnSpc>
                <a:spcPts val="4988"/>
              </a:lnSpc>
            </a:pPr>
            <a:r>
              <a:rPr lang="en-US" sz="5604" i="true" u="sng">
                <a:solidFill>
                  <a:srgbClr val="3E67C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Skills for the Modern World</a:t>
            </a:r>
          </a:p>
          <a:p>
            <a:pPr algn="l">
              <a:lnSpc>
                <a:spcPts val="516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1624" y="8821730"/>
            <a:ext cx="18004752" cy="180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</a:pPr>
            <a:r>
              <a:rPr lang="en-US" b="true" sz="5458" i="true" u="sng">
                <a:solidFill>
                  <a:srgbClr val="3E67C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“Empowering you to use technology safely, smartly, and effectively”</a:t>
            </a:r>
          </a:p>
          <a:p>
            <a:pPr algn="l">
              <a:lnSpc>
                <a:spcPts val="423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5149" y="-514350"/>
            <a:ext cx="12725505" cy="11180513"/>
            <a:chOff x="0" y="0"/>
            <a:chExt cx="3351573" cy="29446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51573" cy="2944662"/>
            </a:xfrm>
            <a:custGeom>
              <a:avLst/>
              <a:gdLst/>
              <a:ahLst/>
              <a:cxnLst/>
              <a:rect r="r" b="b" t="t" l="l"/>
              <a:pathLst>
                <a:path h="2944662" w="3351573">
                  <a:moveTo>
                    <a:pt x="0" y="0"/>
                  </a:moveTo>
                  <a:lnTo>
                    <a:pt x="3351573" y="0"/>
                  </a:lnTo>
                  <a:lnTo>
                    <a:pt x="3351573" y="2944662"/>
                  </a:lnTo>
                  <a:lnTo>
                    <a:pt x="0" y="2944662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51573" cy="2982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41630" y="-170463"/>
            <a:ext cx="5246370" cy="10956122"/>
            <a:chOff x="0" y="0"/>
            <a:chExt cx="812800" cy="1697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697390"/>
            </a:xfrm>
            <a:custGeom>
              <a:avLst/>
              <a:gdLst/>
              <a:ahLst/>
              <a:cxnLst/>
              <a:rect r="r" b="b" t="t" l="l"/>
              <a:pathLst>
                <a:path h="169739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97390"/>
                  </a:lnTo>
                  <a:lnTo>
                    <a:pt x="0" y="1697390"/>
                  </a:lnTo>
                  <a:close/>
                </a:path>
              </a:pathLst>
            </a:custGeom>
            <a:blipFill>
              <a:blip r:embed="rId3"/>
              <a:stretch>
                <a:fillRect l="-19697" t="0" r="-196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5450" y="2285867"/>
            <a:ext cx="882124" cy="209483"/>
            <a:chOff x="0" y="0"/>
            <a:chExt cx="232329" cy="551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329" cy="55172"/>
            </a:xfrm>
            <a:custGeom>
              <a:avLst/>
              <a:gdLst/>
              <a:ahLst/>
              <a:cxnLst/>
              <a:rect r="r" b="b" t="t" l="l"/>
              <a:pathLst>
                <a:path h="55172" w="232329">
                  <a:moveTo>
                    <a:pt x="0" y="0"/>
                  </a:moveTo>
                  <a:lnTo>
                    <a:pt x="232329" y="0"/>
                  </a:lnTo>
                  <a:lnTo>
                    <a:pt x="232329" y="55172"/>
                  </a:lnTo>
                  <a:lnTo>
                    <a:pt x="0" y="551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2329" cy="9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1522" y="1277828"/>
            <a:ext cx="10744217" cy="121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3"/>
              </a:lnSpc>
            </a:pPr>
            <a:r>
              <a:rPr lang="en-US" sz="632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What is Digital Literacy?</a:t>
            </a:r>
          </a:p>
          <a:p>
            <a:pPr algn="l">
              <a:lnSpc>
                <a:spcPts val="376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450356" y="7192293"/>
            <a:ext cx="8772604" cy="4397760"/>
            <a:chOff x="0" y="0"/>
            <a:chExt cx="417592" cy="2093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592" cy="209341"/>
            </a:xfrm>
            <a:custGeom>
              <a:avLst/>
              <a:gdLst/>
              <a:ahLst/>
              <a:cxnLst/>
              <a:rect r="r" b="b" t="t" l="l"/>
              <a:pathLst>
                <a:path h="209341" w="417592">
                  <a:moveTo>
                    <a:pt x="214392" y="0"/>
                  </a:moveTo>
                  <a:lnTo>
                    <a:pt x="0" y="0"/>
                  </a:lnTo>
                  <a:lnTo>
                    <a:pt x="203200" y="209341"/>
                  </a:lnTo>
                  <a:lnTo>
                    <a:pt x="417592" y="209341"/>
                  </a:lnTo>
                  <a:lnTo>
                    <a:pt x="21439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14392" cy="247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806174" y="8548995"/>
            <a:ext cx="2980486" cy="30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7" b="true">
                <a:solidFill>
                  <a:srgbClr val="3E67C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www.reallygreatsite.com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672415" y="0"/>
            <a:ext cx="1615585" cy="1615585"/>
            <a:chOff x="0" y="0"/>
            <a:chExt cx="225169" cy="2251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169" cy="225169"/>
            </a:xfrm>
            <a:custGeom>
              <a:avLst/>
              <a:gdLst/>
              <a:ahLst/>
              <a:cxnLst/>
              <a:rect r="r" b="b" t="t" l="l"/>
              <a:pathLst>
                <a:path h="225169" w="225169">
                  <a:moveTo>
                    <a:pt x="0" y="0"/>
                  </a:moveTo>
                  <a:lnTo>
                    <a:pt x="225169" y="0"/>
                  </a:lnTo>
                  <a:lnTo>
                    <a:pt x="225169" y="225169"/>
                  </a:lnTo>
                  <a:lnTo>
                    <a:pt x="0" y="225169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5169" cy="26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676" y="678211"/>
            <a:ext cx="743343" cy="4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3375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1522" y="2797739"/>
            <a:ext cx="11288143" cy="496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</a:pPr>
            <a:r>
              <a:rPr lang="en-US" sz="404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Ability to:</a:t>
            </a:r>
          </a:p>
          <a:p>
            <a:pPr algn="l">
              <a:lnSpc>
                <a:spcPts val="5668"/>
              </a:lnSpc>
            </a:pPr>
            <a:r>
              <a:rPr lang="en-US" sz="404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1: Use digital devices (phones, laptops).</a:t>
            </a:r>
          </a:p>
          <a:p>
            <a:pPr algn="l">
              <a:lnSpc>
                <a:spcPts val="5668"/>
              </a:lnSpc>
            </a:pPr>
            <a:r>
              <a:rPr lang="en-US" sz="404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2: Access and evaluate information.</a:t>
            </a:r>
          </a:p>
          <a:p>
            <a:pPr algn="l">
              <a:lnSpc>
                <a:spcPts val="5668"/>
              </a:lnSpc>
            </a:pPr>
            <a:r>
              <a:rPr lang="en-US" sz="404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3: Communicate online responsibly .</a:t>
            </a:r>
          </a:p>
          <a:p>
            <a:pPr algn="l">
              <a:lnSpc>
                <a:spcPts val="5668"/>
              </a:lnSpc>
            </a:pPr>
            <a:r>
              <a:rPr lang="en-US" sz="404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4: Stay safe on the internet.</a:t>
            </a:r>
          </a:p>
          <a:p>
            <a:pPr algn="l">
              <a:lnSpc>
                <a:spcPts val="5668"/>
              </a:lnSpc>
            </a:pPr>
          </a:p>
          <a:p>
            <a:pPr algn="l">
              <a:lnSpc>
                <a:spcPts val="56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5149" y="6236592"/>
            <a:ext cx="9763961" cy="4429571"/>
            <a:chOff x="0" y="0"/>
            <a:chExt cx="2571578" cy="1166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71578" cy="1166636"/>
            </a:xfrm>
            <a:custGeom>
              <a:avLst/>
              <a:gdLst/>
              <a:ahLst/>
              <a:cxnLst/>
              <a:rect r="r" b="b" t="t" l="l"/>
              <a:pathLst>
                <a:path h="1166636" w="2571578">
                  <a:moveTo>
                    <a:pt x="0" y="0"/>
                  </a:moveTo>
                  <a:lnTo>
                    <a:pt x="2571578" y="0"/>
                  </a:lnTo>
                  <a:lnTo>
                    <a:pt x="2571578" y="1166636"/>
                  </a:lnTo>
                  <a:lnTo>
                    <a:pt x="0" y="1166636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71578" cy="1204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9488811" cy="8149243"/>
            <a:chOff x="0" y="0"/>
            <a:chExt cx="1912521" cy="16425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2520" cy="1642523"/>
            </a:xfrm>
            <a:custGeom>
              <a:avLst/>
              <a:gdLst/>
              <a:ahLst/>
              <a:cxnLst/>
              <a:rect r="r" b="b" t="t" l="l"/>
              <a:pathLst>
                <a:path h="1642523" w="1912520">
                  <a:moveTo>
                    <a:pt x="0" y="0"/>
                  </a:moveTo>
                  <a:lnTo>
                    <a:pt x="1912520" y="0"/>
                  </a:lnTo>
                  <a:lnTo>
                    <a:pt x="1912520" y="1642523"/>
                  </a:lnTo>
                  <a:lnTo>
                    <a:pt x="0" y="1642523"/>
                  </a:lnTo>
                  <a:close/>
                </a:path>
              </a:pathLst>
            </a:custGeom>
            <a:blipFill>
              <a:blip r:embed="rId3"/>
              <a:stretch>
                <a:fillRect l="-14411" t="0" r="-144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93809" y="1169952"/>
            <a:ext cx="6380469" cy="891267"/>
            <a:chOff x="0" y="0"/>
            <a:chExt cx="889264" cy="1242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264" cy="124218"/>
            </a:xfrm>
            <a:custGeom>
              <a:avLst/>
              <a:gdLst/>
              <a:ahLst/>
              <a:cxnLst/>
              <a:rect r="r" b="b" t="t" l="l"/>
              <a:pathLst>
                <a:path h="124218" w="889264">
                  <a:moveTo>
                    <a:pt x="0" y="0"/>
                  </a:moveTo>
                  <a:lnTo>
                    <a:pt x="889264" y="0"/>
                  </a:lnTo>
                  <a:lnTo>
                    <a:pt x="889264" y="124218"/>
                  </a:lnTo>
                  <a:lnTo>
                    <a:pt x="0" y="124218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89264" cy="190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9"/>
                </a:lnSpc>
              </a:pPr>
              <a:r>
                <a:rPr lang="en-US" b="true" sz="217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VITyarthi Digital Litracy Project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06174" y="8548995"/>
            <a:ext cx="2980486" cy="30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7" b="true">
                <a:solidFill>
                  <a:srgbClr val="3E67C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www.reallygreatsite.com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88811" y="1615585"/>
            <a:ext cx="9467504" cy="3379740"/>
            <a:chOff x="0" y="0"/>
            <a:chExt cx="1319513" cy="4710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9513" cy="471044"/>
            </a:xfrm>
            <a:custGeom>
              <a:avLst/>
              <a:gdLst/>
              <a:ahLst/>
              <a:cxnLst/>
              <a:rect r="r" b="b" t="t" l="l"/>
              <a:pathLst>
                <a:path h="471044" w="1319513">
                  <a:moveTo>
                    <a:pt x="0" y="0"/>
                  </a:moveTo>
                  <a:lnTo>
                    <a:pt x="1319513" y="0"/>
                  </a:lnTo>
                  <a:lnTo>
                    <a:pt x="1319513" y="471044"/>
                  </a:lnTo>
                  <a:lnTo>
                    <a:pt x="0" y="471044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9513" cy="50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5228" y="2369866"/>
            <a:ext cx="882124" cy="209483"/>
            <a:chOff x="0" y="0"/>
            <a:chExt cx="232329" cy="551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2329" cy="55172"/>
            </a:xfrm>
            <a:custGeom>
              <a:avLst/>
              <a:gdLst/>
              <a:ahLst/>
              <a:cxnLst/>
              <a:rect r="r" b="b" t="t" l="l"/>
              <a:pathLst>
                <a:path h="55172" w="232329">
                  <a:moveTo>
                    <a:pt x="0" y="0"/>
                  </a:moveTo>
                  <a:lnTo>
                    <a:pt x="232329" y="0"/>
                  </a:lnTo>
                  <a:lnTo>
                    <a:pt x="232329" y="55172"/>
                  </a:lnTo>
                  <a:lnTo>
                    <a:pt x="0" y="551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2329" cy="9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63314" y="3568588"/>
            <a:ext cx="8494791" cy="67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2"/>
              </a:lnSpc>
            </a:pPr>
            <a:r>
              <a:rPr lang="en-US" sz="543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education &amp;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63314" y="2731749"/>
            <a:ext cx="8194644" cy="68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5529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Why It Matters Helps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672415" y="0"/>
            <a:ext cx="1934660" cy="1615585"/>
            <a:chOff x="0" y="0"/>
            <a:chExt cx="269639" cy="225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9639" cy="225169"/>
            </a:xfrm>
            <a:custGeom>
              <a:avLst/>
              <a:gdLst/>
              <a:ahLst/>
              <a:cxnLst/>
              <a:rect r="r" b="b" t="t" l="l"/>
              <a:pathLst>
                <a:path h="225169" w="269639">
                  <a:moveTo>
                    <a:pt x="0" y="0"/>
                  </a:moveTo>
                  <a:lnTo>
                    <a:pt x="269639" y="0"/>
                  </a:lnTo>
                  <a:lnTo>
                    <a:pt x="269639" y="225169"/>
                  </a:lnTo>
                  <a:lnTo>
                    <a:pt x="0" y="225169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9639" cy="26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231101" y="678211"/>
            <a:ext cx="776930" cy="4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3375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63314" y="5433476"/>
            <a:ext cx="8344717" cy="340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true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Improves career opportunities</a:t>
            </a:r>
          </a:p>
          <a:p>
            <a:pPr algn="l">
              <a:lnSpc>
                <a:spcPts val="5460"/>
              </a:lnSpc>
            </a:pPr>
            <a:r>
              <a:rPr lang="en-US" sz="3900" b="true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Keeps you safe from cyber      threats</a:t>
            </a:r>
          </a:p>
          <a:p>
            <a:pPr algn="l">
              <a:lnSpc>
                <a:spcPts val="5460"/>
              </a:lnSpc>
            </a:pPr>
            <a:r>
              <a:rPr lang="en-US" sz="3900" b="true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Builds critical thinking skills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3511" y="2265869"/>
            <a:ext cx="3166128" cy="3166128"/>
            <a:chOff x="0" y="0"/>
            <a:chExt cx="441272" cy="441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272" cy="441272"/>
            </a:xfrm>
            <a:custGeom>
              <a:avLst/>
              <a:gdLst/>
              <a:ahLst/>
              <a:cxnLst/>
              <a:rect r="r" b="b" t="t" l="l"/>
              <a:pathLst>
                <a:path h="441272" w="441272">
                  <a:moveTo>
                    <a:pt x="0" y="0"/>
                  </a:moveTo>
                  <a:lnTo>
                    <a:pt x="441272" y="0"/>
                  </a:lnTo>
                  <a:lnTo>
                    <a:pt x="441272" y="441272"/>
                  </a:lnTo>
                  <a:lnTo>
                    <a:pt x="0" y="441272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1272" cy="479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23511" y="5758894"/>
            <a:ext cx="3166128" cy="3166128"/>
            <a:chOff x="0" y="0"/>
            <a:chExt cx="441272" cy="441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1272" cy="441272"/>
            </a:xfrm>
            <a:custGeom>
              <a:avLst/>
              <a:gdLst/>
              <a:ahLst/>
              <a:cxnLst/>
              <a:rect r="r" b="b" t="t" l="l"/>
              <a:pathLst>
                <a:path h="441272" w="441272">
                  <a:moveTo>
                    <a:pt x="0" y="0"/>
                  </a:moveTo>
                  <a:lnTo>
                    <a:pt x="441272" y="0"/>
                  </a:lnTo>
                  <a:lnTo>
                    <a:pt x="441272" y="441272"/>
                  </a:lnTo>
                  <a:lnTo>
                    <a:pt x="0" y="441272"/>
                  </a:lnTo>
                  <a:close/>
                </a:path>
              </a:pathLst>
            </a:custGeom>
            <a:solidFill>
              <a:srgbClr val="6DB5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1272" cy="479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36938" y="2265869"/>
            <a:ext cx="4032639" cy="6659153"/>
            <a:chOff x="0" y="0"/>
            <a:chExt cx="812800" cy="1342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342188"/>
            </a:xfrm>
            <a:custGeom>
              <a:avLst/>
              <a:gdLst/>
              <a:ahLst/>
              <a:cxnLst/>
              <a:rect r="r" b="b" t="t" l="l"/>
              <a:pathLst>
                <a:path h="134218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42188"/>
                  </a:lnTo>
                  <a:lnTo>
                    <a:pt x="0" y="1342188"/>
                  </a:lnTo>
                  <a:close/>
                </a:path>
              </a:pathLst>
            </a:custGeom>
            <a:blipFill>
              <a:blip r:embed="rId3"/>
              <a:stretch>
                <a:fillRect l="-5112" t="0" r="-5112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823511" y="1301276"/>
            <a:ext cx="668743" cy="628619"/>
          </a:xfrm>
          <a:custGeom>
            <a:avLst/>
            <a:gdLst/>
            <a:ahLst/>
            <a:cxnLst/>
            <a:rect r="r" b="b" t="t" l="l"/>
            <a:pathLst>
              <a:path h="628619" w="668743">
                <a:moveTo>
                  <a:pt x="0" y="0"/>
                </a:moveTo>
                <a:lnTo>
                  <a:pt x="668743" y="0"/>
                </a:lnTo>
                <a:lnTo>
                  <a:pt x="668743" y="628619"/>
                </a:lnTo>
                <a:lnTo>
                  <a:pt x="0" y="628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187132" y="5372305"/>
            <a:ext cx="399158" cy="3991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87132" y="6773457"/>
            <a:ext cx="399158" cy="3991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5E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45228" y="2369866"/>
            <a:ext cx="882124" cy="209483"/>
            <a:chOff x="0" y="0"/>
            <a:chExt cx="232329" cy="5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2329" cy="55172"/>
            </a:xfrm>
            <a:custGeom>
              <a:avLst/>
              <a:gdLst/>
              <a:ahLst/>
              <a:cxnLst/>
              <a:rect r="r" b="b" t="t" l="l"/>
              <a:pathLst>
                <a:path h="55172" w="232329">
                  <a:moveTo>
                    <a:pt x="0" y="0"/>
                  </a:moveTo>
                  <a:lnTo>
                    <a:pt x="232329" y="0"/>
                  </a:lnTo>
                  <a:lnTo>
                    <a:pt x="232329" y="55172"/>
                  </a:lnTo>
                  <a:lnTo>
                    <a:pt x="0" y="55172"/>
                  </a:lnTo>
                  <a:close/>
                </a:path>
              </a:pathLst>
            </a:custGeom>
            <a:solidFill>
              <a:srgbClr val="4FAC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2329" cy="9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672415" y="0"/>
            <a:ext cx="1615585" cy="1615585"/>
            <a:chOff x="0" y="0"/>
            <a:chExt cx="225169" cy="2251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169" cy="225169"/>
            </a:xfrm>
            <a:custGeom>
              <a:avLst/>
              <a:gdLst/>
              <a:ahLst/>
              <a:cxnLst/>
              <a:rect r="r" b="b" t="t" l="l"/>
              <a:pathLst>
                <a:path h="225169" w="225169">
                  <a:moveTo>
                    <a:pt x="0" y="0"/>
                  </a:moveTo>
                  <a:lnTo>
                    <a:pt x="225169" y="0"/>
                  </a:lnTo>
                  <a:lnTo>
                    <a:pt x="225169" y="225169"/>
                  </a:lnTo>
                  <a:lnTo>
                    <a:pt x="0" y="225169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5169" cy="26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710924" y="3257192"/>
            <a:ext cx="1428537" cy="1439003"/>
          </a:xfrm>
          <a:custGeom>
            <a:avLst/>
            <a:gdLst/>
            <a:ahLst/>
            <a:cxnLst/>
            <a:rect r="r" b="b" t="t" l="l"/>
            <a:pathLst>
              <a:path h="1439003" w="1428537">
                <a:moveTo>
                  <a:pt x="0" y="0"/>
                </a:moveTo>
                <a:lnTo>
                  <a:pt x="1428537" y="0"/>
                </a:lnTo>
                <a:lnTo>
                  <a:pt x="1428537" y="1439003"/>
                </a:lnTo>
                <a:lnTo>
                  <a:pt x="0" y="1439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710024" y="6457897"/>
            <a:ext cx="1429437" cy="1429437"/>
          </a:xfrm>
          <a:custGeom>
            <a:avLst/>
            <a:gdLst/>
            <a:ahLst/>
            <a:cxnLst/>
            <a:rect r="r" b="b" t="t" l="l"/>
            <a:pathLst>
              <a:path h="1429437" w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10924" y="1401157"/>
            <a:ext cx="3544554" cy="48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2679">
                <a:solidFill>
                  <a:srgbClr val="3E67C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DIGITAL LITRACY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45228" y="2964701"/>
            <a:ext cx="7114449" cy="173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3"/>
              </a:lnSpc>
            </a:pPr>
            <a:r>
              <a:rPr lang="en-US" sz="733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Quick Tips </a:t>
            </a:r>
          </a:p>
          <a:p>
            <a:pPr algn="l">
              <a:lnSpc>
                <a:spcPts val="652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676" y="678211"/>
            <a:ext cx="760136" cy="4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3375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43789" y="5089298"/>
            <a:ext cx="6115511" cy="101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true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1) Think before you click 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 Be responsible online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43789" y="6596893"/>
            <a:ext cx="6495955" cy="101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true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3) Keep learning new tools 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006C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4) Stay updated with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DAHFcZk2WnM</dc:identifier>
  <dcterms:modified xsi:type="dcterms:W3CDTF">2011-08-01T06:04:30Z</dcterms:modified>
  <cp:revision>1</cp:revision>
  <dc:title>DIGITAL LITERACY: Skills for the Modern World</dc:title>
</cp:coreProperties>
</file>